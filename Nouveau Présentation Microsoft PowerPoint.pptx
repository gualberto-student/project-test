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9" r:id="rId3"/>
    <p:sldId id="260" r:id="rId4"/>
    <p:sldId id="261" r:id="rId5"/>
    <p:sldId id="262" r:id="rId6"/>
    <p:sldId id="263" r:id="rId7"/>
    <p:sldId id="264" r:id="rId8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1C6ACBF-818B-82FF-651B-9C8885E5B1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23BA5E35-76E7-BBDF-71E0-C9BDB6859A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9B3A499-F6C0-1D4E-BFD4-7A6061A576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39748-ABF6-43A8-B2E0-025F59A35B52}" type="datetimeFigureOut">
              <a:rPr lang="fr-FR" smtClean="0"/>
              <a:t>12/07/2026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F490EED-3E39-ED12-5813-7ADDEF8ADD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7E31FFF-7E53-F1D6-0ECC-4FE3DA9F4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89F06-A851-4646-BE1E-CFC24243C75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830216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4168AFD-F5A7-7D80-A2DF-64496EF97B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C02E3CB-4BA0-D36C-6DBB-A3207FB95A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C859E0D-8F47-859A-7F10-36D2F5745C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39748-ABF6-43A8-B2E0-025F59A35B52}" type="datetimeFigureOut">
              <a:rPr lang="fr-FR" smtClean="0"/>
              <a:t>12/07/2026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9ACA5E6-67D4-4524-8019-07E4761C94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76C5CB1-6433-38BD-F68D-4D0F1806B3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89F06-A851-4646-BE1E-CFC24243C75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514327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93DDAF7-8785-78AC-917A-2C6C4C9177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511E056-7515-1D37-D1C3-FDE80172E2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6C6735B-FF02-1EF7-AF96-71BCE105F6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39748-ABF6-43A8-B2E0-025F59A35B52}" type="datetimeFigureOut">
              <a:rPr lang="fr-FR" smtClean="0"/>
              <a:t>12/07/2026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AC31A26-3255-EDAD-CE91-86613ACF90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62457A3-2CB3-3F74-F5A2-DA8C188CC8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89F06-A851-4646-BE1E-CFC24243C75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647822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5FE2EAD-613C-FA29-5B3F-B06D9F0EA4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9D3FB2C-FA45-DAA4-E178-1CCEA2A078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0F24C674-3D9F-D921-5E9A-E150F880B9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5FFF62D-7B36-6948-5175-010C41286C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39748-ABF6-43A8-B2E0-025F59A35B52}" type="datetimeFigureOut">
              <a:rPr lang="fr-FR" smtClean="0"/>
              <a:t>12/07/2026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09E42C08-57A0-6899-361E-7847849A92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5AA51C30-E74E-B622-F50F-FDE26A5E5E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89F06-A851-4646-BE1E-CFC24243C75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877925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70422A5-4CDC-F2E5-60C5-24AC184061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1B456EF-312E-5975-7467-416CCC44DB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993EF19B-CAA3-3BD2-239B-A042157F77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57577E93-EE65-B5A7-B5C1-D9D22C02A76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677775FB-718A-9BE5-0206-ABF45309390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C44BD191-9F64-7524-9542-157BA14B89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39748-ABF6-43A8-B2E0-025F59A35B52}" type="datetimeFigureOut">
              <a:rPr lang="fr-FR" smtClean="0"/>
              <a:t>12/07/2026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77D9EB2E-9321-A92D-EFC2-0AD3424DBD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EFD4ED2A-90B3-56FA-1B53-7960C4DF60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89F06-A851-4646-BE1E-CFC24243C75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203205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D07FB44-BFF3-3882-3328-F608F08F4B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98C8B126-495F-2641-5F14-264DCFD33A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39748-ABF6-43A8-B2E0-025F59A35B52}" type="datetimeFigureOut">
              <a:rPr lang="fr-FR" smtClean="0"/>
              <a:t>12/07/2026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9BFDF0E7-4409-B6D1-8AA0-B34BF14735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FAB451DE-B704-4442-4D12-2DFD48FD64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89F06-A851-4646-BE1E-CFC24243C75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145994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4E969B47-EACE-0207-430D-2DFBAD2CED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39748-ABF6-43A8-B2E0-025F59A35B52}" type="datetimeFigureOut">
              <a:rPr lang="fr-FR" smtClean="0"/>
              <a:t>12/07/2026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19629DFA-80BF-5343-A1E9-C996E7A1E8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C7F305F-22AB-3AF5-F602-133196118D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89F06-A851-4646-BE1E-CFC24243C75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07470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D9061E7-8419-8620-1420-D8FBD6C0C4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C12E083-883E-437A-DAC9-B2B0F38B01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BB8388D5-5D16-A965-8A6D-770E1E7540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E4808219-4BD3-B08F-DEE7-5864EB4D1A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39748-ABF6-43A8-B2E0-025F59A35B52}" type="datetimeFigureOut">
              <a:rPr lang="fr-FR" smtClean="0"/>
              <a:t>12/07/2026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B308EBD6-B2AE-26C5-B81B-A92CA02523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77C07E02-C410-8C87-9B66-574DE58CF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89F06-A851-4646-BE1E-CFC24243C75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543299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D6DA77A-8486-92FF-0295-B7F7C6C538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3868DA3E-B299-4A7D-9B66-9BB7D529C3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997B949F-6290-DD79-2271-A655B6275C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28F744C-E85D-3E20-8C05-145846C3B2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39748-ABF6-43A8-B2E0-025F59A35B52}" type="datetimeFigureOut">
              <a:rPr lang="fr-FR" smtClean="0"/>
              <a:t>12/07/2026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DC86866E-3ECB-C4F7-05B8-413526511A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FE3321BE-365C-6E28-760D-91A2895D6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89F06-A851-4646-BE1E-CFC24243C75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382559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454EBD6-E388-F866-603B-8D7D49DD9D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FC8D2E3E-19B5-A530-325C-B41E7C971C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90123A3-D864-CDBC-CF08-28C649091E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39748-ABF6-43A8-B2E0-025F59A35B52}" type="datetimeFigureOut">
              <a:rPr lang="fr-FR" smtClean="0"/>
              <a:t>12/07/2026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D9651A2-B2DE-F6EA-095A-576810F0C8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24EE2F4-26D2-9682-960A-22C7071278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89F06-A851-4646-BE1E-CFC24243C75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458294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5B996CD9-35AD-553F-B4F6-54260884D61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1FFAE2BA-55FA-80A0-AE48-291BEFC44E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E07C49D-8A1E-D0C0-3A04-7A6723817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39748-ABF6-43A8-B2E0-025F59A35B52}" type="datetimeFigureOut">
              <a:rPr lang="fr-FR" smtClean="0"/>
              <a:t>12/07/2026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CAE57FA-B5A6-45B0-09F4-5D18AF2729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C557AFF-09E5-5E75-7753-150825D8C5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89F06-A851-4646-BE1E-CFC24243C75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979334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3FE2CACF-D4CE-A9AB-EBFD-65B277269D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AC60B33-5A93-4E3F-5095-F8AFFDD81F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37E4570-E391-CF93-7E37-1F922C4D6CA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539748-ABF6-43A8-B2E0-025F59A35B52}" type="datetimeFigureOut">
              <a:rPr lang="fr-FR" smtClean="0"/>
              <a:t>12/07/2026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313F218-A59F-F1C4-F6CF-59F0FFC8F0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155DD5C-6A43-11CA-03AC-EE6F31D74F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D89F06-A851-4646-BE1E-CFC24243C75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644053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0E16898-E768-6339-CFDE-0C7CC7AB42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65739F5-6935-7AE0-2CE3-97A4761C28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22255C81-AF8A-2055-E764-D656606386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33544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22C2AAB-B824-5E9A-3038-9A7A57C675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EAC59B0-CC89-21B9-8E85-F3B60DF72D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F13F3439-0013-8118-9624-0F88A3300E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74388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F0356BE-6FD0-AE42-4BDE-2A1BDF59D3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BBC88DE-D8B2-F377-7818-EDCE874F97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1EF49418-46DD-8E7D-109D-D2F851B811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05068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41D016D-06AB-113F-7C80-09BD9546A9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18886A7-9C55-3039-EF8D-071942665E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369134B7-A4B4-21B7-DC95-A7F8E77147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09907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715F111-6CD8-5832-8E7C-A75A3A0155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2F61538-CB6C-438D-F901-54BB82BE9C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72385430-7F2D-B64C-BAB8-B6836D5A70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86833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0E667C1-1131-6C58-6D6E-F7C26CF1F8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63ABFD2-EA23-2EB6-12BD-E59C4CFD55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536C191D-ED95-7C98-5A41-988AB071A3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44244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81C66EB-14D3-50F5-91BA-321A1B4477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2654492-9F64-3DF8-E657-C130143C61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C532A08A-8A96-213D-0692-3DA5E4F2BF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299277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</TotalTime>
  <Words>0</Words>
  <Application>Microsoft Office PowerPoint</Application>
  <PresentationFormat>Grand écran</PresentationFormat>
  <Paragraphs>0</Paragraphs>
  <Slides>7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Ballesteros Abderrahmane</dc:creator>
  <cp:lastModifiedBy>Ballesteros Abderrahmane</cp:lastModifiedBy>
  <cp:revision>8</cp:revision>
  <dcterms:created xsi:type="dcterms:W3CDTF">2026-07-12T11:33:13Z</dcterms:created>
  <dcterms:modified xsi:type="dcterms:W3CDTF">2026-07-12T19:55:35Z</dcterms:modified>
</cp:coreProperties>
</file>