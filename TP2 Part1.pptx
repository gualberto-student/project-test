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3DBAAC-B137-932B-96BB-10A641A879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0DB6557-9213-B239-B4E9-BAF6B35969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2A0D47A-08F6-55D2-BDE5-A5E92255F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AD192-59A2-48C4-B141-E9F9EE1793E6}" type="datetimeFigureOut">
              <a:rPr lang="fr-FR" smtClean="0"/>
              <a:t>11/07/2026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C55C2CF-318A-9054-9C4F-728DE83C1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F0181EB-2C4C-DA98-85C7-6307A37F1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48B6B-9B3F-44F9-965C-A4101F24F9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2265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8125C7-50F9-2707-9018-9A1A105FB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27F8D57-349A-7408-C27A-00B5BDB5E1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F2F605E-ED89-D337-C1A4-EDF9F464B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AD192-59A2-48C4-B141-E9F9EE1793E6}" type="datetimeFigureOut">
              <a:rPr lang="fr-FR" smtClean="0"/>
              <a:t>11/07/2026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EB32491-816E-874B-AC8F-F5C25809B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6C8A3AC-F237-F213-FAC9-9769D043A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48B6B-9B3F-44F9-965C-A4101F24F9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19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FBAA32-5742-47A1-E9B6-F5141E13B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040F524-1485-F00C-F709-785521137F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54900C8-D3F7-E234-849E-55DB3331C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AD192-59A2-48C4-B141-E9F9EE1793E6}" type="datetimeFigureOut">
              <a:rPr lang="fr-FR" smtClean="0"/>
              <a:t>11/07/2026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B368C4E-2AF8-828E-AAED-476FCFC36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7962ABD-17A2-3C9C-3C94-D86156772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48B6B-9B3F-44F9-965C-A4101F24F9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8624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0ECFEF-E295-1374-ABB6-E8BFAAEBE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167D1A2-80B3-F2FC-59A5-55B76A672D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E800B16-3EB2-44D3-717E-72E9485888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F167B06-A5A7-0410-4359-DB7887C62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AD192-59A2-48C4-B141-E9F9EE1793E6}" type="datetimeFigureOut">
              <a:rPr lang="fr-FR" smtClean="0"/>
              <a:t>11/07/2026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98752FB-911D-0CB1-A38C-1F7651DDE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D5EDEE2-48B6-8CD6-D42B-B0F60BC6F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48B6B-9B3F-44F9-965C-A4101F24F9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3704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280D2F-9A16-76F3-751C-A1753D3C6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9A0B6FF-352D-55AA-3E15-55FABBBCE7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BE2FFED-A0AD-D2FD-C07B-7FD4ABE85E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18FD5A9-EFE3-657E-4375-85F598247F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94828B9-2664-90F9-E83B-8C2F0DE93F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8EA8A02-1165-1940-D2B4-8E5CB54A5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AD192-59A2-48C4-B141-E9F9EE1793E6}" type="datetimeFigureOut">
              <a:rPr lang="fr-FR" smtClean="0"/>
              <a:t>11/07/2026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A44E0A0-3DD6-468D-337E-89B6244D6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1557313-BF5F-5505-EE31-662AFB56E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48B6B-9B3F-44F9-965C-A4101F24F9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4014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A8FD0A-EEDF-0162-9865-5BFEF0598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B581F98-A96D-5E39-850E-2592949E6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AD192-59A2-48C4-B141-E9F9EE1793E6}" type="datetimeFigureOut">
              <a:rPr lang="fr-FR" smtClean="0"/>
              <a:t>11/07/2026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0346EEB-45DE-7129-0B12-F55BEDED5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F167F8C-3FCE-7A98-FE7C-F9B3D57E3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48B6B-9B3F-44F9-965C-A4101F24F9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7250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E012DED-A345-1E13-4478-86FF23CD6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AD192-59A2-48C4-B141-E9F9EE1793E6}" type="datetimeFigureOut">
              <a:rPr lang="fr-FR" smtClean="0"/>
              <a:t>11/07/2026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3F87512-7204-B264-E23E-57F8905AC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0026BE2-2BE6-8485-3B40-E05F523DC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48B6B-9B3F-44F9-965C-A4101F24F9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6070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1D6253-6BC0-0D5F-13B7-FF40C8A0C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1927CE8-FC55-2B25-9A36-9E989BF303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0971C57-57B7-4EC7-0C75-992D1C472F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F50038A-7F7F-D8D3-B44A-241149F85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AD192-59A2-48C4-B141-E9F9EE1793E6}" type="datetimeFigureOut">
              <a:rPr lang="fr-FR" smtClean="0"/>
              <a:t>11/07/2026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B50E7D8-117A-6860-942B-069C78E46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C24B0A1-E8D9-842F-3302-0B2026280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48B6B-9B3F-44F9-965C-A4101F24F9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7035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B75AFB-7809-7AB0-50D7-EDD2D7B29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3A4BF27-2D93-036A-2D75-3337A87054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110C341-6DC9-1EDD-8594-BA09838527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3ACB665-E7A2-9256-6C67-FDBBE041D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AD192-59A2-48C4-B141-E9F9EE1793E6}" type="datetimeFigureOut">
              <a:rPr lang="fr-FR" smtClean="0"/>
              <a:t>11/07/2026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C59AF9B-0488-0E07-5286-300A444BF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CA38E77-6612-4FED-A0E1-0EF0D8C0F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48B6B-9B3F-44F9-965C-A4101F24F9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9996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5C9DE9-45BD-DBB7-27BF-8B6773C64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865AA56-6E44-6C32-6CB9-603A5BD2EE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A949EDC-1C59-9E15-7F47-8F73BAABE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AD192-59A2-48C4-B141-E9F9EE1793E6}" type="datetimeFigureOut">
              <a:rPr lang="fr-FR" smtClean="0"/>
              <a:t>11/07/2026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14A1E61-62CA-2312-A635-E4AE09D6C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D660A4B-1B1B-61AB-D974-2883FEA51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48B6B-9B3F-44F9-965C-A4101F24F9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3896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C686D4F-FE43-80DB-7A9D-C4A2A309D7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B242385-5D04-392F-06E2-7766E75069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00D4B54-2EC1-DE9B-3ECF-BA19DA3A2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AD192-59A2-48C4-B141-E9F9EE1793E6}" type="datetimeFigureOut">
              <a:rPr lang="fr-FR" smtClean="0"/>
              <a:t>11/07/2026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858C912-81BA-2A3C-D9E1-37E7DB983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F0696F0-A227-824E-6C30-CBEE82C20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48B6B-9B3F-44F9-965C-A4101F24F9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0482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A4D4555-6F7B-BE0A-0085-E8D1C89AC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05B93C2-BCEF-A904-1CAC-73E3B86EDA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8DFB306-9120-2335-DDCF-26D575A31D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DAD192-59A2-48C4-B141-E9F9EE1793E6}" type="datetimeFigureOut">
              <a:rPr lang="fr-FR" smtClean="0"/>
              <a:t>11/07/2026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5F1E5D4-B1F3-4B8E-C25C-0CEFA00C4C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79AE1E-D56E-A424-A7F6-100E9B05C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C48B6B-9B3F-44F9-965C-A4101F24F9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8303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E338DD-2900-54F7-55D0-BE3E1BAB62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85624" y="281353"/>
            <a:ext cx="5420751" cy="668289"/>
          </a:xfrm>
        </p:spPr>
        <p:txBody>
          <a:bodyPr>
            <a:normAutofit fontScale="90000"/>
          </a:bodyPr>
          <a:lstStyle/>
          <a:p>
            <a:r>
              <a:rPr lang="fr-FR" dirty="0"/>
              <a:t>Install </a:t>
            </a:r>
            <a:r>
              <a:rPr lang="fr-FR" dirty="0" err="1"/>
              <a:t>tensorflow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261F1C2-4A10-2AA0-0A9E-2BFF193A68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9642"/>
            <a:ext cx="12192000" cy="5906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094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691BBF-8A9C-2578-AE1A-8D7FD6017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3716" y="182880"/>
            <a:ext cx="9187375" cy="621543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fr-FR" sz="6000" dirty="0" err="1"/>
              <a:t>install</a:t>
            </a:r>
            <a:r>
              <a:rPr lang="fr-FR" sz="6000" dirty="0"/>
              <a:t> </a:t>
            </a:r>
            <a:r>
              <a:rPr lang="fr-FR" sz="6000" dirty="0" err="1"/>
              <a:t>seaborn</a:t>
            </a:r>
            <a:endParaRPr lang="fr-FR" sz="60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2D9CAD5-7A40-2B44-3AB3-CE1D08806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4423"/>
            <a:ext cx="12192000" cy="6051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252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4B3BC3-0864-9F05-7985-C1209EEB1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0485" y="216803"/>
            <a:ext cx="3953023" cy="464234"/>
          </a:xfrm>
        </p:spPr>
        <p:txBody>
          <a:bodyPr>
            <a:normAutofit fontScale="90000"/>
          </a:bodyPr>
          <a:lstStyle/>
          <a:p>
            <a:r>
              <a:rPr lang="fr-FR" dirty="0"/>
              <a:t>Exécution de code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D6B1CCBC-F6E4-54B0-C13F-0959FE1021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900332"/>
            <a:ext cx="12192000" cy="5957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630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2CEA0E-A16B-EE88-F940-F23E45216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03032C8-ACD5-ECBB-B6D5-553330F72C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DB264F1-4B38-0935-C571-9EAA0E4121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103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420265-4D56-1732-4BD3-18CC5F2F6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1206210-33A1-F353-4C60-1D1BFE89D3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054CA86-3737-CD28-5CCF-EB5FE0B5A8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405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1F6490-AF88-FFAA-1C3A-C17E086CA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CC48047-2614-C433-EA34-85DD0EFC28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9498BE6-CD39-C1DF-A5F1-0984C29BA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457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B22CCEA-09C8-6889-6574-021871C39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73975BB-FD64-E5AA-94F5-3B7D80AE8F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7F20E65-78F5-A459-EB0A-10F60CE941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676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F9EA3B-3135-2551-086B-432B25253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770D6ED-CD1F-F832-5E7B-53304A9214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4D1EDD6-0F55-20D8-FE3B-DF2736F07A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1731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3162EF-1D7D-3F7F-33CA-F5A804FDC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504190F-61ED-25E0-6891-9418748948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69D3D94-8EFB-B4EE-59AB-53C0B3C30D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9637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DEDFC2-E540-D918-1852-B303243AE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7D0AD09-E7BE-111F-58E2-1FFB4331F7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6988B7F-253A-1290-7C32-8012C475E3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7589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47915A-85C6-EE5E-E063-320DE9B7E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4436EE5-4F3E-41F7-74A5-12977E830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6961563-C4B5-3CA1-6F24-565408A433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2932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16719F-B996-10E4-980B-4C4E9ABAE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51EE733-625F-3F38-FD73-7F177D829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812379C-59E8-6DB8-06E6-672E058DCF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51460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7</Words>
  <Application>Microsoft Office PowerPoint</Application>
  <PresentationFormat>Grand écran</PresentationFormat>
  <Paragraphs>3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Thème Office</vt:lpstr>
      <vt:lpstr>Install tensorflow</vt:lpstr>
      <vt:lpstr>install seaborn</vt:lpstr>
      <vt:lpstr>Exécution de code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Ballesteros Abderrahmane</dc:creator>
  <cp:lastModifiedBy>Ballesteros Abderrahmane</cp:lastModifiedBy>
  <cp:revision>14</cp:revision>
  <dcterms:created xsi:type="dcterms:W3CDTF">2026-07-11T13:38:55Z</dcterms:created>
  <dcterms:modified xsi:type="dcterms:W3CDTF">2026-07-11T15:24:36Z</dcterms:modified>
</cp:coreProperties>
</file>