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B5C6E-67F7-6B29-A41A-DF23C0E22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8B1472-312E-183D-D65A-DA546A3D3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07501D-CC24-03CB-72B6-DDD34054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957802-348C-D295-00BC-966BFEE9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E346D3-9B3F-5DA6-8DBE-8CE5FAED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37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74C86-8CA1-45CC-2365-19665649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0D05F5-D16E-B632-071C-63BA1939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82F94D-5A09-59C0-15D6-9E97847D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40CE86-EE0E-117B-A1C4-2EF68119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6EB497-3B44-2A99-FA53-D3B4C2F0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93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958EA3-732C-4FBC-7B0C-5DF7954C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7898A2-6F4D-DE14-F8A3-7EA34CF1D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7C4F8B-A7C5-5617-7800-ED31DA1B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80B283-10B6-ADE8-00A7-F6172803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6DF63-27B0-80FE-763A-0AB4DE6E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15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75DDEC-8B19-69E6-3F7E-EBB5006B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682B4-B1B9-26A6-4B36-142D55D3C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23576B-30B3-AF34-338D-3DF257756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AD3826-860F-111F-021E-83EF75D5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EBB614-4103-A7FC-9BB8-6D745BBA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0BF448-5D2F-30E7-2C1C-2B9D54EB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555661-0BFD-4891-DC96-EF2C5AD6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ADE16-1532-202A-B47B-5D5A6DB8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1291F3-3591-D8D4-63E8-3C863742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36DF8A-2C68-46E7-9B6C-6C4EC398F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BCCFA6-2F8C-2ECD-C252-9E98EBA1E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F4471E-2EBA-7A26-7A48-81340DFE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F4F969C-DCD3-2A32-40B1-5EF1A668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85D328B-321D-022F-DD94-94F8F01A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77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5FCDAE-B598-27E5-33C9-214D6281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302C2F-0C59-0381-8DC4-3C4F4F60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D587B5-0D41-5A6C-799E-F40911FA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B188AF-5375-B833-B3F7-17AE6163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79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9CECCF-84C1-9D8E-B480-3E5F04F1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0FC841-5B89-AEAB-80E3-A3EAC04D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E715AD-E29A-F14A-5387-8F92D5AD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84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144988-3964-FA24-14B9-1D323FF2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C60264-FDB0-E137-097F-A3AA5DE15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7582E0-5AAB-9AE8-F8A1-23AE15B49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974218-B584-7FD8-84D3-4279BBB4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BF7AA5-B03C-0FA5-018B-6EC0ECF9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2B75E8-9431-FB6F-D067-6FDA412F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73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3851F5-1435-98A9-0EF2-082C33F7D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86688FB-86F2-07C4-3F12-E900F71F0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EAF092-D239-D687-1748-A4B0DE6E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2BF779-0183-9B44-FF34-10C2642A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C3347-1804-ACE9-A697-63F852C4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A57A72-401A-A407-DA43-56465BBE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40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F9750-36C8-5383-71AA-5825E635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4A96D0-2A4C-E934-A944-302608BEA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33DAAA-1BA0-E64C-29D4-9F316971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3F3C3A-218E-6B06-ABB8-76A9C915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13204B-341E-EEB5-7B55-66C04F63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1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35DAA3E-5CE6-469A-7066-250D05339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F64DA6-15E3-41DD-2CE8-187F319EE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762A06-CEF3-DE0D-2699-64C01B19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81FED-57D2-E366-CEBC-5222F190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A7D79-7D45-AB92-8DD0-DE3ADB16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40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59FF382-D8AC-50B6-55B3-D4E52B9A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AF8A02-141C-8757-BFCA-9DBFDA173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35C3C1-F18A-87F1-AC70-9DA786DA4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EC1AB-8B18-4AF5-BE5A-8F2A6987501A}" type="datetimeFigureOut">
              <a:rPr lang="fr-FR" smtClean="0"/>
              <a:t>11/07/2026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9F17B6-35AF-EBC1-8C66-786B6D853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F28E5A-02BA-B0D4-80EF-309D9EC8A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066BA-D156-44DF-995F-1FA95CE3B9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15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1DCFA-68CB-3BE1-389B-207E7C56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159877-F515-BD9E-31A3-813A20873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3F5FB3-2F1E-1BA5-F9C4-395FBDA1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8228F-D93A-815E-E43E-BCEF2BEE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48DD9D-1E9C-3A34-A7DA-09827252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AF0DE2-71D1-2DF5-C499-94152BF58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5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CCEC02-EA0E-204A-564D-1A3B534F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47DCE2-93F5-D233-A5FD-789CB6B1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68A8EA-4DFD-ACB6-D20C-BE653BFF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9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42E2C8-3D70-333A-C4D6-96F37ADD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E27F2-A3FF-FF86-7611-7143F464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16BC75-EE71-9208-629D-D8E3D05E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8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F0334-7E94-2DBE-82E6-2CCD0CB4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0F92B-827E-DFB0-E713-5417078C7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BA1811-CCE5-3266-7806-C0B8CD46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2201A-CA91-62C6-7D6B-F1B82C1D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DC847-8A4A-8018-A2B4-99CCB6218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B8D471-FB30-766B-C17C-CEA12A30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040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Ballesteros Abderrahmane</dc:creator>
  <cp:lastModifiedBy>Ballesteros Abderrahmane</cp:lastModifiedBy>
  <cp:revision>6</cp:revision>
  <dcterms:created xsi:type="dcterms:W3CDTF">2026-07-11T15:23:19Z</dcterms:created>
  <dcterms:modified xsi:type="dcterms:W3CDTF">2026-07-11T16:57:41Z</dcterms:modified>
</cp:coreProperties>
</file>